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1" r:id="rId5"/>
    <p:sldId id="265" r:id="rId6"/>
    <p:sldId id="262" r:id="rId7"/>
    <p:sldId id="266" r:id="rId8"/>
    <p:sldId id="260" r:id="rId9"/>
    <p:sldId id="258" r:id="rId10"/>
    <p:sldId id="264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7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24575,'0'1'0,"0"4"0,0 1 0,0 4 0,0 2 0,0 1 0,0-1 0,0-1-8191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4:00:24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24575,'0'1'0,"1"0"0,3 1 0,1 0 0,1 1 0,0-1 0,0-1 0,0 2 0,1-1 0,0-1 0,-1 3 0,0 0 0,0 0 0,-1 0 0,1-1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7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24575,'0'1'0,"0"4"0,0 1 0,0 4 0,0 2 0,0 1 0,0-1 0,0-1-8191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39D6-B97E-AE53-4506-65A169D49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F9672-177A-2B4B-DF6D-49A416838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E62E2-2A96-A147-D21F-6B0C9FBC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3A0-C621-878E-CA58-7A20D34E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3CFB8-8829-63B9-0CE8-A3D60D6C3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93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53A55-E5C1-385C-F5C7-CC6FF2CC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A800-AC17-6B37-8124-54430D4BD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EF82A-38AA-1214-F7CB-DA76E606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AA59D-85CA-F1E3-501D-3977C285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B8413-8696-3506-A710-02B7117E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03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A2A8-80C5-48B3-0F98-01ADABC8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90222-8E82-D6AB-541F-C8E7775F1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B6D4C-82A7-30DD-743E-F54CC944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AF53D-BBCB-9589-4843-6E57DFC2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ABD35-845D-4BE9-0EAD-3DBB532F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0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D4D91-788D-7FC7-4EB6-15D79994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8B07A-0378-F1A3-F1FF-51766710F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8C703-8910-7F41-2DE1-5C52FDC2A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F8D6F-F808-0B55-9C41-5199B9A47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5F28E-FAF4-3635-7B79-A882C112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FCC5B-B489-6580-3038-2381AF58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4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1C7F-718F-2E83-0269-0A3F47EF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49244-F951-4748-2C5D-6E9FAE00C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5B13A-99F7-8058-18A9-C703CD6B2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381E9-0D0D-8792-AC10-37624D661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71EF7-6A69-172B-D52F-E80A9D7B4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510CC-5F25-6851-C6AB-DFCB4FA3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F3863-A8EB-5299-CD7E-28458C3A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4241E-F95E-09EE-619A-D40FBC2B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87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45E0-F624-CB87-F690-F231B08A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7081D-00AA-5A6B-5782-B2D896C7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89562-7C73-13D1-4C01-FACB9A669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77618-4D34-DF62-16AD-D8F7FCFE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82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E2A28E-3667-3D98-1F9B-8DDB1386E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58635-789F-747B-16F6-DD7A1DD1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6773-35D8-8961-7D32-30502D0B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285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864A-3D51-B358-D378-749FECE7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76BB2-054C-1C22-010F-B99622271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DD610-DEDE-0699-0C4F-A94F27D31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49630-797E-52A6-1FF4-969B8D7C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6ACF4-5F2C-A3BD-8F9B-B5D3200B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500C0-7604-92E4-4546-93F6803F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63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929A-1937-6091-AF89-7CC7E713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57DAEA-4AF9-CEFB-C417-693007116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351B3-C304-8B02-73C5-005F97B07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6395C-D9B2-4936-ED52-9CE98BA6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E9D7C-075F-9008-9288-9DE11130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4B967-ACED-119E-9591-811F3C7A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29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D374-2D23-9F3B-E007-71D7D8E3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799C9-2AE5-A0FF-8BE5-32A246B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B9C35-3EFA-CF1A-B0FA-F73C6C80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31136-36C6-628A-8E54-FD32FF78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921A-0F97-22B8-9F36-AE6B88DA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68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D6680-D0F3-63A0-E01D-606A42F94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D5DE6-A6F2-D589-841B-F06C8EF09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72DBF-22C8-AAAB-47E9-BD1C2F1A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6B1BC-463A-1D01-C3C8-154957E5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6F439-4A77-A1DC-91F1-B177A22AD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509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E3055-26D0-1109-FFF4-B5837849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DFC5-8AC1-6C0C-FC23-4E0F160D4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C1FED-692A-93E9-19AD-86B17E105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1C85C-828C-4CE0-B0B6-00CF5569B46A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DE647-6EFF-DB61-427C-6174C3B9E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C40DF-0173-99CB-4051-272E96BCB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E07BC-AB8A-49AF-A40F-DCA0B124B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payaSupreme/SkiResor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A6AEB7B-0EE7-A2AE-B8C2-68D316774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6299" y="1259793"/>
            <a:ext cx="3182212" cy="103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ight Triangle 103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964B4-E436-AA0A-FABE-1899E805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4" y="3429000"/>
            <a:ext cx="8921672" cy="1713305"/>
          </a:xfrm>
        </p:spPr>
        <p:txBody>
          <a:bodyPr anchor="b">
            <a:normAutofit/>
          </a:bodyPr>
          <a:lstStyle/>
          <a:p>
            <a:pPr algn="l"/>
            <a:r>
              <a:rPr lang="fr-FR" sz="5600"/>
              <a:t>Ski Resort</a:t>
            </a:r>
            <a:br>
              <a:rPr lang="fr-FR" sz="5600"/>
            </a:br>
            <a:r>
              <a:rPr lang="fr-FR" sz="5600"/>
              <a:t>Management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F0661-7E4D-065F-CDE2-15E92C876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303" y="5142305"/>
            <a:ext cx="7321298" cy="753165"/>
          </a:xfrm>
        </p:spPr>
        <p:txBody>
          <a:bodyPr anchor="t">
            <a:normAutofit/>
          </a:bodyPr>
          <a:lstStyle/>
          <a:p>
            <a:pPr algn="l"/>
            <a:r>
              <a:rPr lang="fr-FR" dirty="0"/>
              <a:t>Pablo FERREIRA – ING1</a:t>
            </a:r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082FE-A4FC-7A94-9E82-428FE3D146D1}"/>
              </a:ext>
            </a:extLst>
          </p:cNvPr>
          <p:cNvSpPr txBox="1"/>
          <p:nvPr/>
        </p:nvSpPr>
        <p:spPr>
          <a:xfrm>
            <a:off x="8440080" y="5829714"/>
            <a:ext cx="3106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Professor: </a:t>
            </a:r>
            <a:r>
              <a:rPr lang="fr-FR" dirty="0" err="1"/>
              <a:t>Jayashree</a:t>
            </a:r>
            <a:r>
              <a:rPr lang="fr-FR" dirty="0"/>
              <a:t> PRASAD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FDC52A3-BF79-C8E2-4BCB-53AEBDADDC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Picture 6" descr="Manipal Academy of Higher Education Logo (MAHE) - PNG Logo Vector Brand  Downloads (SVG, EPS)">
            <a:extLst>
              <a:ext uri="{FF2B5EF4-FFF2-40B4-BE49-F238E27FC236}">
                <a16:creationId xmlns:a16="http://schemas.microsoft.com/office/drawing/2014/main" id="{66263404-8ADC-0D6C-8E3F-696631A47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1" y="966901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769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38D69-FEF5-4B19-DA1A-A734ABB0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 dirty="0"/>
              <a:t>Project </a:t>
            </a:r>
            <a:r>
              <a:rPr lang="fr-FR" sz="4800" dirty="0" err="1"/>
              <a:t>Statement</a:t>
            </a:r>
            <a:endParaRPr lang="fr-FR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BE6C9-4980-C7D3-376F-DA86AAE19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fr-FR" sz="2200" dirty="0"/>
          </a:p>
          <a:p>
            <a:pPr marL="0" indent="0">
              <a:buNone/>
            </a:pPr>
            <a:r>
              <a:rPr lang="fr-FR" sz="2200" dirty="0"/>
              <a:t>An app, </a:t>
            </a:r>
            <a:r>
              <a:rPr lang="fr-FR" sz="2200" dirty="0" err="1"/>
              <a:t>wrapping</a:t>
            </a:r>
            <a:r>
              <a:rPr lang="fr-FR" sz="2200" dirty="0"/>
              <a:t> </a:t>
            </a:r>
            <a:r>
              <a:rPr lang="fr-FR" sz="2200" b="1" dirty="0"/>
              <a:t>Java</a:t>
            </a:r>
            <a:r>
              <a:rPr lang="fr-FR" sz="2200" dirty="0"/>
              <a:t> software and </a:t>
            </a:r>
            <a:r>
              <a:rPr lang="fr-FR" sz="2200" b="1" dirty="0"/>
              <a:t>SQL</a:t>
            </a:r>
            <a:r>
              <a:rPr lang="fr-FR" sz="2200" dirty="0"/>
              <a:t> </a:t>
            </a:r>
            <a:r>
              <a:rPr lang="fr-FR" sz="2200" dirty="0" err="1"/>
              <a:t>database</a:t>
            </a:r>
            <a:r>
              <a:rPr lang="fr-FR" sz="2200" dirty="0"/>
              <a:t>, </a:t>
            </a:r>
            <a:r>
              <a:rPr lang="fr-FR" sz="2200" dirty="0" err="1"/>
              <a:t>that</a:t>
            </a:r>
            <a:r>
              <a:rPr lang="fr-FR" sz="2200" dirty="0"/>
              <a:t> </a:t>
            </a:r>
            <a:r>
              <a:rPr lang="fr-FR" sz="2200" dirty="0" err="1"/>
              <a:t>allows</a:t>
            </a:r>
            <a:r>
              <a:rPr lang="fr-FR" sz="2200" dirty="0"/>
              <a:t> management of a ski </a:t>
            </a:r>
            <a:r>
              <a:rPr lang="fr-FR" sz="2200" dirty="0" err="1"/>
              <a:t>resort</a:t>
            </a:r>
            <a:r>
              <a:rPr lang="fr-FR" sz="2200" dirty="0"/>
              <a:t>: </a:t>
            </a:r>
            <a:r>
              <a:rPr lang="fr-FR" sz="2200" b="1" dirty="0" err="1"/>
              <a:t>Guests</a:t>
            </a:r>
            <a:r>
              <a:rPr lang="fr-FR" sz="2200" b="1" dirty="0"/>
              <a:t> + Tickets </a:t>
            </a:r>
            <a:r>
              <a:rPr lang="fr-FR" sz="2200" b="1" dirty="0" err="1"/>
              <a:t>creation</a:t>
            </a:r>
            <a:r>
              <a:rPr lang="fr-FR" sz="2200" b="1" dirty="0"/>
              <a:t> and routine checks</a:t>
            </a:r>
            <a:r>
              <a:rPr lang="fr-FR" sz="2200" dirty="0"/>
              <a:t>.</a:t>
            </a:r>
          </a:p>
          <a:p>
            <a:pPr marL="0" indent="0">
              <a:buNone/>
            </a:pPr>
            <a:endParaRPr lang="fr-FR" sz="2200" dirty="0"/>
          </a:p>
          <a:p>
            <a:pPr marL="0" indent="0">
              <a:buNone/>
            </a:pPr>
            <a:r>
              <a:rPr lang="fr-FR" sz="2200" dirty="0"/>
              <a:t>The app </a:t>
            </a:r>
            <a:r>
              <a:rPr lang="fr-FR" sz="2200" dirty="0" err="1"/>
              <a:t>mirrors</a:t>
            </a:r>
            <a:r>
              <a:rPr lang="fr-FR" sz="2200" dirty="0"/>
              <a:t> </a:t>
            </a:r>
            <a:r>
              <a:rPr lang="fr-FR" sz="2200" dirty="0" err="1"/>
              <a:t>current</a:t>
            </a:r>
            <a:r>
              <a:rPr lang="fr-FR" sz="2200" dirty="0"/>
              <a:t> </a:t>
            </a:r>
            <a:r>
              <a:rPr lang="fr-FR" sz="2200" b="1" dirty="0"/>
              <a:t>UML </a:t>
            </a:r>
            <a:r>
              <a:rPr lang="fr-FR" sz="2200" b="1" dirty="0" err="1"/>
              <a:t>industry</a:t>
            </a:r>
            <a:r>
              <a:rPr lang="fr-FR" sz="2200" b="1" dirty="0"/>
              <a:t> standards</a:t>
            </a:r>
            <a:r>
              <a:rPr lang="fr-FR" sz="2200" dirty="0"/>
              <a:t>, </a:t>
            </a:r>
            <a:r>
              <a:rPr lang="fr-FR" sz="2200" dirty="0" err="1"/>
              <a:t>such</a:t>
            </a:r>
            <a:r>
              <a:rPr lang="fr-FR" sz="2200" dirty="0"/>
              <a:t> as </a:t>
            </a:r>
            <a:r>
              <a:rPr lang="fr-FR" sz="2200" b="1" dirty="0"/>
              <a:t>MIP</a:t>
            </a:r>
            <a:r>
              <a:rPr lang="fr-FR" sz="2200" dirty="0"/>
              <a:t> and </a:t>
            </a:r>
            <a:r>
              <a:rPr lang="fr-FR" sz="2200" b="1" dirty="0"/>
              <a:t>no-HPE</a:t>
            </a:r>
            <a:r>
              <a:rPr lang="fr-FR" sz="2200" dirty="0"/>
              <a:t>.</a:t>
            </a:r>
          </a:p>
          <a:p>
            <a:pPr marL="0" indent="0">
              <a:buNone/>
            </a:pPr>
            <a:endParaRPr lang="fr-FR" sz="2200" dirty="0"/>
          </a:p>
          <a:p>
            <a:pPr marL="0" indent="0">
              <a:buNone/>
            </a:pPr>
            <a:endParaRPr lang="fr-FR" sz="2200" dirty="0"/>
          </a:p>
          <a:p>
            <a:r>
              <a:rPr lang="fr-FR" sz="2200" dirty="0"/>
              <a:t>UML Model Tool </a:t>
            </a:r>
            <a:r>
              <a:rPr lang="fr-FR" sz="2200" dirty="0" err="1"/>
              <a:t>Used</a:t>
            </a:r>
            <a:r>
              <a:rPr lang="fr-FR" sz="2200" dirty="0"/>
              <a:t>: </a:t>
            </a:r>
            <a:r>
              <a:rPr lang="fr-FR" sz="2200" b="1" dirty="0"/>
              <a:t>Visual </a:t>
            </a:r>
            <a:r>
              <a:rPr lang="fr-FR" sz="2200" b="1" dirty="0" err="1"/>
              <a:t>Paradigm</a:t>
            </a:r>
            <a:endParaRPr lang="fr-FR" sz="2200" b="1" dirty="0"/>
          </a:p>
          <a:p>
            <a:pPr marL="0" indent="0">
              <a:buNone/>
            </a:pPr>
            <a:endParaRPr lang="fr-FR" sz="22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3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9466-BAD2-06B2-73A8-20B1E777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B9DC5-23F1-6EF2-0D45-D511A4BE0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Passes:				</a:t>
            </a:r>
          </a:p>
          <a:p>
            <a:pPr lvl="1"/>
            <a:r>
              <a:rPr lang="en-US" dirty="0"/>
              <a:t>Buy</a:t>
            </a:r>
          </a:p>
          <a:p>
            <a:pPr lvl="1"/>
            <a:r>
              <a:rPr lang="en-US" dirty="0"/>
              <a:t>Issue</a:t>
            </a:r>
          </a:p>
          <a:p>
            <a:pPr lvl="1"/>
            <a:r>
              <a:rPr lang="en-US" dirty="0"/>
              <a:t>Use</a:t>
            </a:r>
          </a:p>
          <a:p>
            <a:pPr lvl="1"/>
            <a:r>
              <a:rPr lang="en-US" dirty="0"/>
              <a:t>Scan </a:t>
            </a:r>
          </a:p>
          <a:p>
            <a:pPr lvl="1"/>
            <a:r>
              <a:rPr lang="en-US" dirty="0"/>
              <a:t>Collect Usage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BA11C-5C78-3876-2EB3-C5224A81FF95}"/>
              </a:ext>
            </a:extLst>
          </p:cNvPr>
          <p:cNvSpPr txBox="1"/>
          <p:nvPr/>
        </p:nvSpPr>
        <p:spPr>
          <a:xfrm>
            <a:off x="6853083" y="1690105"/>
            <a:ext cx="53389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Advertise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Suspend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Log Usage Stats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Issue Warning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Send Alert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Update 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80B44-FFD5-E58B-0002-64C1098250D9}"/>
              </a:ext>
            </a:extLst>
          </p:cNvPr>
          <p:cNvSpPr txBox="1"/>
          <p:nvPr/>
        </p:nvSpPr>
        <p:spPr>
          <a:xfrm>
            <a:off x="911941" y="4742823"/>
            <a:ext cx="51029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Person: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Create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A3B59-F295-9FD6-2AC8-A43015D7AFD6}"/>
              </a:ext>
            </a:extLst>
          </p:cNvPr>
          <p:cNvSpPr txBox="1"/>
          <p:nvPr/>
        </p:nvSpPr>
        <p:spPr>
          <a:xfrm>
            <a:off x="6853083" y="4671932"/>
            <a:ext cx="46506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Terrain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Log Lift use</a:t>
            </a:r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683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0FDE3-C826-C9BD-09CB-B0CD9FEB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B2CE-B956-F035-3D1C-C68FA256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187129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  <a:r>
              <a:rPr lang="en-US" sz="5200" dirty="0"/>
              <a:t> – Passes (Simple)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42EEA-3E37-511C-A336-3ECCD1270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06" y="1326439"/>
            <a:ext cx="11056651" cy="474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1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85E1-54F5-3810-6AE6-06DDBE75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DA0C-CCF9-D872-62CC-A1E364A2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187129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  <a:r>
              <a:rPr lang="en-US" sz="5200" dirty="0"/>
              <a:t> - Passes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5E74085E-44CC-40CD-9F23-687F6F45C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73" y="1043200"/>
            <a:ext cx="9678239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4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8A8E-57FD-2675-FCA8-02089CB2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6A03-1752-7027-BFBB-04BC2C73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187129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  <a:r>
              <a:rPr lang="en-US" sz="5200" dirty="0"/>
              <a:t> – Events (Simple)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diagram of events and issues&#10;&#10;AI-generated content may be incorrect.">
            <a:extLst>
              <a:ext uri="{FF2B5EF4-FFF2-40B4-BE49-F238E27FC236}">
                <a16:creationId xmlns:a16="http://schemas.microsoft.com/office/drawing/2014/main" id="{256BA9F0-3860-30BC-DA4C-D7395E5C9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09" y="1129793"/>
            <a:ext cx="6835732" cy="5654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D20F6-3BF1-A0AC-D58E-C540058D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660" y="2584257"/>
            <a:ext cx="1769247" cy="6603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B1676A7-207F-224B-EBC6-1D73A5F06EC9}"/>
                  </a:ext>
                </a:extLst>
              </p14:cNvPr>
              <p14:cNvContentPartPr/>
              <p14:nvPr/>
            </p14:nvContentPartPr>
            <p14:xfrm>
              <a:off x="7078860" y="2579250"/>
              <a:ext cx="360" cy="25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B1676A7-207F-224B-EBC6-1D73A5F06E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2740" y="2573130"/>
                <a:ext cx="12600" cy="3780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54F903D-742E-105D-EE3E-9EF7F11CD0CA}"/>
              </a:ext>
            </a:extLst>
          </p:cNvPr>
          <p:cNvCxnSpPr>
            <a:cxnSpLocks/>
          </p:cNvCxnSpPr>
          <p:nvPr/>
        </p:nvCxnSpPr>
        <p:spPr>
          <a:xfrm flipH="1" flipV="1">
            <a:off x="7595817" y="3185160"/>
            <a:ext cx="701040" cy="2781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F7FF60A-5BE1-F13B-6157-9F2362329AFF}"/>
                  </a:ext>
                </a:extLst>
              </p14:cNvPr>
              <p14:cNvContentPartPr/>
              <p14:nvPr/>
            </p14:nvContentPartPr>
            <p14:xfrm>
              <a:off x="7576800" y="3177320"/>
              <a:ext cx="28080" cy="13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F7FF60A-5BE1-F13B-6157-9F2362329A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67800" y="3168680"/>
                <a:ext cx="45720" cy="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144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B89E-DC97-6DFE-7C0F-1DFDAE20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AAC1-D4C2-BF58-D3FD-F21F4F4A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187129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</a:t>
            </a:r>
            <a:r>
              <a:rPr lang="en-US" sz="5200" dirty="0"/>
              <a:t> - Events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17CE20-21A4-B535-51B6-CE05DA12B947}"/>
                  </a:ext>
                </a:extLst>
              </p14:cNvPr>
              <p14:cNvContentPartPr/>
              <p14:nvPr/>
            </p14:nvContentPartPr>
            <p14:xfrm>
              <a:off x="7078860" y="2579250"/>
              <a:ext cx="360" cy="25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17CE20-21A4-B535-51B6-CE05DA12B9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2740" y="2573130"/>
                <a:ext cx="12600" cy="378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B98D32F2-B2B9-4DA7-37D7-6BBC5F4663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755" y="975048"/>
            <a:ext cx="7067439" cy="588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5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0E9A-D1FC-17D8-5749-6C891ECD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CF1B-E1B5-77FD-609D-F83B2F42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187129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Sequence Diagram – Person Creation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diagram of a project&#10;&#10;AI-generated content may be incorrect.">
            <a:extLst>
              <a:ext uri="{FF2B5EF4-FFF2-40B4-BE49-F238E27FC236}">
                <a16:creationId xmlns:a16="http://schemas.microsoft.com/office/drawing/2014/main" id="{7AB219AC-09A7-7FA0-1214-758C0B46B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4809"/>
          <a:stretch>
            <a:fillRect/>
          </a:stretch>
        </p:blipFill>
        <p:spPr>
          <a:xfrm>
            <a:off x="360954" y="935955"/>
            <a:ext cx="11470091" cy="620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77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74F16-FA2A-DCF3-9F65-7E26A2873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187129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 Diagram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72034FDA-3A6F-7B17-2006-FC7F827A8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08" y="1049406"/>
            <a:ext cx="11871933" cy="57282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91C2E5-1599-0483-D03F-044CBA9C696D}"/>
              </a:ext>
            </a:extLst>
          </p:cNvPr>
          <p:cNvSpPr/>
          <p:nvPr/>
        </p:nvSpPr>
        <p:spPr>
          <a:xfrm>
            <a:off x="2483957" y="6007510"/>
            <a:ext cx="896783" cy="4031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7BA6C-9EE6-6B91-B6C9-79F5D6C9CD01}"/>
              </a:ext>
            </a:extLst>
          </p:cNvPr>
          <p:cNvSpPr/>
          <p:nvPr/>
        </p:nvSpPr>
        <p:spPr>
          <a:xfrm>
            <a:off x="3685540" y="6007510"/>
            <a:ext cx="889000" cy="50144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8595F-9C2D-A9F1-FC9F-FACB0306152F}"/>
              </a:ext>
            </a:extLst>
          </p:cNvPr>
          <p:cNvSpPr/>
          <p:nvPr/>
        </p:nvSpPr>
        <p:spPr>
          <a:xfrm>
            <a:off x="5585460" y="6007511"/>
            <a:ext cx="1221740" cy="50144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6CB0DD-F87A-3682-1FA9-870D50FEC57C}"/>
              </a:ext>
            </a:extLst>
          </p:cNvPr>
          <p:cNvSpPr/>
          <p:nvPr/>
        </p:nvSpPr>
        <p:spPr>
          <a:xfrm>
            <a:off x="4753369" y="6007510"/>
            <a:ext cx="715251" cy="61320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D48C3D-B935-FB3B-2CAC-752925F5B4D6}"/>
              </a:ext>
            </a:extLst>
          </p:cNvPr>
          <p:cNvSpPr/>
          <p:nvPr/>
        </p:nvSpPr>
        <p:spPr>
          <a:xfrm>
            <a:off x="7007364" y="6007510"/>
            <a:ext cx="1019036" cy="78953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68E9E-0969-06CA-20AF-A02E33520A0C}"/>
              </a:ext>
            </a:extLst>
          </p:cNvPr>
          <p:cNvSpPr/>
          <p:nvPr/>
        </p:nvSpPr>
        <p:spPr>
          <a:xfrm>
            <a:off x="8222721" y="1129650"/>
            <a:ext cx="721253" cy="386729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B59C4B-E034-A892-4D05-F74F3489A338}"/>
              </a:ext>
            </a:extLst>
          </p:cNvPr>
          <p:cNvSpPr/>
          <p:nvPr/>
        </p:nvSpPr>
        <p:spPr>
          <a:xfrm>
            <a:off x="9241896" y="1129650"/>
            <a:ext cx="721253" cy="386729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45099-2AA1-2C51-2F73-1E2E3E7B6ABD}"/>
              </a:ext>
            </a:extLst>
          </p:cNvPr>
          <p:cNvSpPr/>
          <p:nvPr/>
        </p:nvSpPr>
        <p:spPr>
          <a:xfrm>
            <a:off x="9788576" y="5346701"/>
            <a:ext cx="349145" cy="205739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50FED1-6E64-B36D-B623-4796385889AB}"/>
              </a:ext>
            </a:extLst>
          </p:cNvPr>
          <p:cNvSpPr/>
          <p:nvPr/>
        </p:nvSpPr>
        <p:spPr>
          <a:xfrm>
            <a:off x="9788576" y="5856418"/>
            <a:ext cx="349145" cy="20573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EBB2DE-6FCB-F378-B2B0-13CCB887409E}"/>
              </a:ext>
            </a:extLst>
          </p:cNvPr>
          <p:cNvSpPr/>
          <p:nvPr/>
        </p:nvSpPr>
        <p:spPr>
          <a:xfrm>
            <a:off x="9788576" y="6366135"/>
            <a:ext cx="349145" cy="20573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61DB6-48ED-E861-9A7E-E4CEDA040B90}"/>
              </a:ext>
            </a:extLst>
          </p:cNvPr>
          <p:cNvSpPr txBox="1"/>
          <p:nvPr/>
        </p:nvSpPr>
        <p:spPr>
          <a:xfrm>
            <a:off x="10363200" y="6284338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Interface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F45C15-8C80-AE6C-F85D-E5D4071C14C2}"/>
              </a:ext>
            </a:extLst>
          </p:cNvPr>
          <p:cNvSpPr txBox="1"/>
          <p:nvPr/>
        </p:nvSpPr>
        <p:spPr>
          <a:xfrm>
            <a:off x="10363200" y="5774621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15499C-776F-4354-A4DA-5081B797B321}"/>
              </a:ext>
            </a:extLst>
          </p:cNvPr>
          <p:cNvSpPr txBox="1"/>
          <p:nvPr/>
        </p:nvSpPr>
        <p:spPr>
          <a:xfrm>
            <a:off x="10363200" y="5264904"/>
            <a:ext cx="135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JPA Class</a:t>
            </a:r>
          </a:p>
        </p:txBody>
      </p:sp>
    </p:spTree>
    <p:extLst>
      <p:ext uri="{BB962C8B-B14F-4D97-AF65-F5344CB8AC3E}">
        <p14:creationId xmlns:p14="http://schemas.microsoft.com/office/powerpoint/2010/main" val="186716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A9F7D-E93A-3312-8193-E8BFEE9F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dirty="0"/>
              <a:t>Java App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928C-26F7-463C-514F-D5206A5C1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Build: Java SDK 23 + Maven 4</a:t>
            </a:r>
          </a:p>
          <a:p>
            <a:r>
              <a:rPr lang="en-US" sz="2400" dirty="0"/>
              <a:t>Dependencies: Hibernate, JPA Jakarta, </a:t>
            </a:r>
            <a:r>
              <a:rPr lang="en-US" sz="2400"/>
              <a:t>postgreSQL, </a:t>
            </a:r>
            <a:r>
              <a:rPr lang="en-US" sz="2400" dirty="0" err="1"/>
              <a:t>HikariCP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Source Of Truth:</a:t>
            </a:r>
          </a:p>
          <a:p>
            <a:pPr lvl="1"/>
            <a:r>
              <a:rPr lang="en-US" sz="2000" dirty="0"/>
              <a:t>Terrain (frequent access, few entries):  DB =&gt; instance at startup</a:t>
            </a:r>
          </a:p>
          <a:p>
            <a:pPr lvl="1"/>
            <a:r>
              <a:rPr lang="en-US" sz="2000" dirty="0"/>
              <a:t>Pass, People (frequent access, lots of entries): instance =&gt; DB at instantiation</a:t>
            </a:r>
          </a:p>
        </p:txBody>
      </p:sp>
      <p:pic>
        <p:nvPicPr>
          <p:cNvPr id="2052" name="Picture 4" descr="Java Logo transparent PNG - StickPNG">
            <a:extLst>
              <a:ext uri="{FF2B5EF4-FFF2-40B4-BE49-F238E27FC236}">
                <a16:creationId xmlns:a16="http://schemas.microsoft.com/office/drawing/2014/main" id="{CC9DB8CD-82F8-6305-9ED8-9EEEED4CB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988" y="179392"/>
            <a:ext cx="1059379" cy="143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14720E6-B6AC-675F-AA67-444744462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332" y="245754"/>
            <a:ext cx="1461332" cy="150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ibernate Logo transparent PNG - StickPNG">
            <a:extLst>
              <a:ext uri="{FF2B5EF4-FFF2-40B4-BE49-F238E27FC236}">
                <a16:creationId xmlns:a16="http://schemas.microsoft.com/office/drawing/2014/main" id="{A60262A1-5A73-5235-815B-D4E013654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410" y="475190"/>
            <a:ext cx="1092155" cy="1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ownload HD Written Kanji Hikari Png Written Kanji Hikari ...">
            <a:extLst>
              <a:ext uri="{FF2B5EF4-FFF2-40B4-BE49-F238E27FC236}">
                <a16:creationId xmlns:a16="http://schemas.microsoft.com/office/drawing/2014/main" id="{994584F3-9D2A-1A00-3E62-BADD82286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688" y="408507"/>
            <a:ext cx="1229187" cy="118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96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B655E-2B30-F5AF-35B6-B5A06061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Thank you for listening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53F58-7598-57FE-AF34-366DF2F3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Link: </a:t>
            </a:r>
            <a:r>
              <a:rPr lang="en-US" sz="2400" dirty="0">
                <a:hlinkClick r:id="rId2"/>
              </a:rPr>
              <a:t>https://github.com/PapayaSupreme/SkiResort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911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205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Ski Resort Management Software</vt:lpstr>
      <vt:lpstr>Project Statement</vt:lpstr>
      <vt:lpstr>Use Case List</vt:lpstr>
      <vt:lpstr>Use Case Diagram – Passes (Simple)</vt:lpstr>
      <vt:lpstr>Use Case Diagram - Passes</vt:lpstr>
      <vt:lpstr>Use Case Diagram – Events (Simple)</vt:lpstr>
      <vt:lpstr>Use Case Diagram - Events</vt:lpstr>
      <vt:lpstr>Sequence Diagram – Person Creation</vt:lpstr>
      <vt:lpstr>Class Diagram</vt:lpstr>
      <vt:lpstr>Java App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FERREIRA</dc:creator>
  <cp:lastModifiedBy>Pablo FERREIRA</cp:lastModifiedBy>
  <cp:revision>10</cp:revision>
  <dcterms:created xsi:type="dcterms:W3CDTF">2025-11-14T12:03:32Z</dcterms:created>
  <dcterms:modified xsi:type="dcterms:W3CDTF">2025-11-17T13:58:27Z</dcterms:modified>
</cp:coreProperties>
</file>